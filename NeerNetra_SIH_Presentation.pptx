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NeerNetra - Offline Disaster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INDIA HACKATHON 2024</a:t>
            </a:r>
          </a:p>
          <a:p/>
          <a:p>
            <a:r>
              <a:t>Problem Statement: Disaster Management &amp; Communication</a:t>
            </a:r>
          </a:p>
          <a:p>
            <a:r>
              <a:t>Team Name: Data_SIH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Resolution:</a:t>
            </a:r>
          </a:p>
          <a:p>
            <a:pPr lvl="1"/>
            <a:r>
              <a:t>• Zero-Internet Communication: Empowers citizens and rescue teams to communicate via Bluetooth Low Energy (BLE) and Wi-Fi Direct Mesh.</a:t>
            </a:r>
          </a:p>
          <a:p>
            <a:pPr lvl="1"/>
            <a:r>
              <a:t>• Offline Navigation: Pre-bundled, high-resolution offline map tiles for routing without any data connection.</a:t>
            </a:r>
          </a:p>
          <a:p>
            <a:pPr lvl="1"/>
            <a:r>
              <a:t>• Background Persistence: Bypasses OS-level restrictions to keep the mesh alive 24/7.</a:t>
            </a:r>
          </a:p>
          <a:p>
            <a:br/>
            <a:pPr/>
            <a:r>
              <a:t>Unique Value Propositions:</a:t>
            </a:r>
          </a:p>
          <a:p>
            <a:pPr lvl="1"/>
            <a:r>
              <a:t>• Offline BLE Walkie-Talkie &amp; Chat</a:t>
            </a:r>
          </a:p>
          <a:p>
            <a:pPr lvl="1"/>
            <a:r>
              <a:t>• True Offline Maps with hardware scaling</a:t>
            </a:r>
          </a:p>
          <a:p>
            <a:pPr lvl="1"/>
            <a:r>
              <a:t>• Battery-Optimized smart background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/ UI Layer:</a:t>
            </a:r>
          </a:p>
          <a:p>
            <a:pPr lvl="1"/>
            <a:r>
              <a:t>• React Native (TypeScript) &amp; Expo</a:t>
            </a:r>
          </a:p>
          <a:p>
            <a:pPr lvl="1"/>
            <a:r>
              <a:t>• Leaflet.js with Offline Tile Server</a:t>
            </a:r>
          </a:p>
          <a:p>
            <a:br/>
            <a:pPr/>
            <a:r>
              <a:t>Core Engine &amp; Native Modules:</a:t>
            </a:r>
          </a:p>
          <a:p>
            <a:pPr lvl="1"/>
            <a:r>
              <a:t>• Java / Kotlin Custom Modules</a:t>
            </a:r>
          </a:p>
          <a:p>
            <a:pPr lvl="1"/>
            <a:r>
              <a:t>• Android BLE API (GATT) &amp; Wi-Fi Direct</a:t>
            </a:r>
          </a:p>
          <a:p>
            <a:pPr lvl="1"/>
            <a:r>
              <a:t>• AlarmManager &amp; Foreground Services (Infinite persistence)</a:t>
            </a:r>
          </a:p>
          <a:p>
            <a:br/>
            <a:pPr/>
            <a:r>
              <a:t>Database &amp; Cloud (Future/Sync):</a:t>
            </a:r>
          </a:p>
          <a:p>
            <a:pPr lvl="1"/>
            <a:r>
              <a:t>• Node.js &amp; Express API</a:t>
            </a:r>
          </a:p>
          <a:p>
            <a:pPr lvl="1"/>
            <a:r>
              <a:t>• Firebase / Supabase for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Feasibility:</a:t>
            </a:r>
          </a:p>
          <a:p>
            <a:pPr lvl="1"/>
            <a:r>
              <a:t>• Technical: Uses existing standard BLE on standard smartphones.</a:t>
            </a:r>
          </a:p>
          <a:p>
            <a:pPr lvl="1"/>
            <a:r>
              <a:t>• Operational: Zero configuration required from victims.</a:t>
            </a:r>
          </a:p>
          <a:p>
            <a:pPr lvl="1"/>
            <a:r>
              <a:t>• Economic: Highly cost-effective (decentralized architecture).</a:t>
            </a:r>
          </a:p>
          <a:p>
            <a:br/>
            <a:pPr/>
            <a:r>
              <a:t>Challenges &amp; Overcomings:</a:t>
            </a:r>
          </a:p>
          <a:p>
            <a:pPr lvl="1"/>
            <a:r>
              <a:t>• Challenge: Android kills background BLE scans after 30 mins.</a:t>
            </a:r>
          </a:p>
          <a:p>
            <a:pPr lvl="1"/>
            <a:r>
              <a:t>• Solution: Custom NeerNetraMeshService with AlarmManager recycles the scan every 10 mins.</a:t>
            </a:r>
          </a:p>
          <a:p>
            <a:pPr lvl="1"/>
            <a:r>
              <a:t>• Challenge: Map tiles failing offline.</a:t>
            </a:r>
          </a:p>
          <a:p>
            <a:pPr lvl="1"/>
            <a:r>
              <a:t>• Solution: Pre-bundled tiles with Leaflet CSS transform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Implemented Features:</a:t>
            </a:r>
          </a:p>
          <a:p>
            <a:pPr lvl="1"/>
            <a:r>
              <a:t>• Group Emergency Intercom &amp; Offline Mesh Chat</a:t>
            </a:r>
          </a:p>
          <a:p>
            <a:pPr lvl="1"/>
            <a:r>
              <a:t>• True Offline Maps &amp; SOS Rescue Beacon</a:t>
            </a:r>
          </a:p>
          <a:p>
            <a:pPr lvl="1"/>
            <a:r>
              <a:t>• Self-Healing Background Service</a:t>
            </a:r>
          </a:p>
          <a:p>
            <a:br/>
            <a:pPr/>
            <a:r>
              <a:t>Future Scope &amp; Vision:</a:t>
            </a:r>
          </a:p>
          <a:p>
            <a:pPr lvl="1"/>
            <a:r>
              <a:t>• Drone Relay Integration: Hovering drones to increase mesh range.</a:t>
            </a:r>
          </a:p>
          <a:p>
            <a:pPr lvl="1"/>
            <a:r>
              <a:t>• Satellite Connectivity: Integration with Swarm/Iridium for global fallback.</a:t>
            </a:r>
          </a:p>
          <a:p>
            <a:pPr lvl="1"/>
            <a:r>
              <a:t>• AI-Powered Routing: Local models predicting safe routes based on peer data.</a:t>
            </a:r>
          </a:p>
          <a:p>
            <a:pPr lvl="1"/>
            <a:r>
              <a:t>• UWB (Ultra-Wideband): Centimeter-level precise positioning for trapped victims.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